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56" r:id="rId3"/>
    <p:sldId id="257" r:id="rId4"/>
    <p:sldId id="258" r:id="rId5"/>
    <p:sldId id="259" r:id="rId6"/>
    <p:sldId id="268" r:id="rId7"/>
    <p:sldId id="260" r:id="rId8"/>
    <p:sldId id="263" r:id="rId9"/>
    <p:sldId id="264" r:id="rId10"/>
    <p:sldId id="270" r:id="rId11"/>
    <p:sldId id="265" r:id="rId12"/>
    <p:sldId id="266" r:id="rId13"/>
    <p:sldId id="267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281" autoAdjust="0"/>
    <p:restoredTop sz="94660"/>
  </p:normalViewPr>
  <p:slideViewPr>
    <p:cSldViewPr snapToGrid="0">
      <p:cViewPr varScale="1">
        <p:scale>
          <a:sx n="56" d="100"/>
          <a:sy n="56" d="100"/>
        </p:scale>
        <p:origin x="1003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5B803-F01D-4E60-AF59-DEEA3FB9CD59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B6347-12E0-494C-9EE8-C5FCD39E34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51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5B803-F01D-4E60-AF59-DEEA3FB9CD59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B6347-12E0-494C-9EE8-C5FCD39E34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5734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5B803-F01D-4E60-AF59-DEEA3FB9CD59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B6347-12E0-494C-9EE8-C5FCD39E34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64965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5B803-F01D-4E60-AF59-DEEA3FB9CD59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B6347-12E0-494C-9EE8-C5FCD39E34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6132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5B803-F01D-4E60-AF59-DEEA3FB9CD59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B6347-12E0-494C-9EE8-C5FCD39E34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0189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5B803-F01D-4E60-AF59-DEEA3FB9CD59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B6347-12E0-494C-9EE8-C5FCD39E34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2162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5B803-F01D-4E60-AF59-DEEA3FB9CD59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B6347-12E0-494C-9EE8-C5FCD39E34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3822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5B803-F01D-4E60-AF59-DEEA3FB9CD59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B6347-12E0-494C-9EE8-C5FCD39E34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5463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5B803-F01D-4E60-AF59-DEEA3FB9CD59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B6347-12E0-494C-9EE8-C5FCD39E34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98119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5B803-F01D-4E60-AF59-DEEA3FB9CD59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B6347-12E0-494C-9EE8-C5FCD39E34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869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5B803-F01D-4E60-AF59-DEEA3FB9CD59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B6347-12E0-494C-9EE8-C5FCD39E34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75787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B5B803-F01D-4E60-AF59-DEEA3FB9CD59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7B6347-12E0-494C-9EE8-C5FCD39E34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2445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62338" cy="6858000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439101" y="1325522"/>
            <a:ext cx="5557642" cy="15388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marR="0" lvl="0" indent="0" defTabSz="914400" eaLnBrk="1" fontAlgn="auto" latinLnBrk="0" hangingPunct="1"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</a:rPr>
              <a:t>
Food Ordering
Service</a:t>
            </a:r>
            <a:endParaRPr kumimoji="0" lang="en-US" sz="4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10" name="Text 1"/>
          <p:cNvSpPr/>
          <p:nvPr/>
        </p:nvSpPr>
        <p:spPr>
          <a:xfrm>
            <a:off x="439101" y="198477"/>
            <a:ext cx="7580997" cy="2821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4400" b="1" u="sng" dirty="0" smtClean="0">
                <a:solidFill>
                  <a:srgbClr val="FF4500"/>
                </a:solidFill>
              </a:rPr>
              <a:t>Design Phase Presentation</a:t>
            </a:r>
            <a:endParaRPr lang="en-US" sz="4400" b="1" u="sng" dirty="0"/>
          </a:p>
        </p:txBody>
      </p:sp>
      <p:sp>
        <p:nvSpPr>
          <p:cNvPr id="11" name="Text 2"/>
          <p:cNvSpPr/>
          <p:nvPr/>
        </p:nvSpPr>
        <p:spPr>
          <a:xfrm>
            <a:off x="503189" y="3987934"/>
            <a:ext cx="2121093" cy="205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2000" b="1" dirty="0">
                <a:solidFill>
                  <a:srgbClr val="333333"/>
                </a:solidFill>
              </a:rPr>
              <a:t>Silicon Hills, Mile 91</a:t>
            </a:r>
            <a:endParaRPr lang="en-US" sz="2000" dirty="0"/>
          </a:p>
        </p:txBody>
      </p:sp>
      <p:sp>
        <p:nvSpPr>
          <p:cNvPr id="12" name="Text 3"/>
          <p:cNvSpPr/>
          <p:nvPr/>
        </p:nvSpPr>
        <p:spPr>
          <a:xfrm>
            <a:off x="439101" y="3673040"/>
            <a:ext cx="6755632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3600" dirty="0">
                <a:solidFill>
                  <a:srgbClr val="666666"/>
                </a:solidFill>
              </a:rPr>
              <a:t>Project Two Bitcom Group 1 (Year 3)</a:t>
            </a:r>
            <a:endParaRPr lang="en-US" sz="3600" dirty="0"/>
          </a:p>
        </p:txBody>
      </p:sp>
      <p:sp>
        <p:nvSpPr>
          <p:cNvPr id="13" name="Text 4"/>
          <p:cNvSpPr/>
          <p:nvPr/>
        </p:nvSpPr>
        <p:spPr>
          <a:xfrm>
            <a:off x="503189" y="4429262"/>
            <a:ext cx="2181495" cy="1667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300"/>
              </a:lnSpc>
            </a:pPr>
            <a:r>
              <a:rPr lang="en-US" sz="1200" dirty="0">
                <a:solidFill>
                  <a:srgbClr val="333333"/>
                </a:solidFill>
              </a:rPr>
              <a:t>George B Sama (2024023) Com/</a:t>
            </a:r>
            <a:r>
              <a:rPr lang="en-US" sz="1200" dirty="0" err="1">
                <a:solidFill>
                  <a:srgbClr val="333333"/>
                </a:solidFill>
              </a:rPr>
              <a:t>Sci</a:t>
            </a:r>
            <a:endParaRPr lang="en-US" sz="1200" dirty="0"/>
          </a:p>
        </p:txBody>
      </p:sp>
      <p:sp>
        <p:nvSpPr>
          <p:cNvPr id="14" name="Text 6"/>
          <p:cNvSpPr/>
          <p:nvPr/>
        </p:nvSpPr>
        <p:spPr>
          <a:xfrm>
            <a:off x="503189" y="4672402"/>
            <a:ext cx="1910779" cy="1667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200" dirty="0">
                <a:solidFill>
                  <a:srgbClr val="333333"/>
                </a:solidFill>
              </a:rPr>
              <a:t>Mariama Bendu (2024029</a:t>
            </a:r>
            <a:r>
              <a:rPr lang="en-US" sz="1200" dirty="0" smtClean="0">
                <a:solidFill>
                  <a:srgbClr val="333333"/>
                </a:solidFill>
              </a:rPr>
              <a:t>) BIT</a:t>
            </a:r>
            <a:endParaRPr lang="en-US" sz="1200" dirty="0"/>
          </a:p>
        </p:txBody>
      </p:sp>
      <p:sp>
        <p:nvSpPr>
          <p:cNvPr id="15" name="Text 8"/>
          <p:cNvSpPr/>
          <p:nvPr/>
        </p:nvSpPr>
        <p:spPr>
          <a:xfrm>
            <a:off x="503189" y="4937078"/>
            <a:ext cx="3026085" cy="1667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200" dirty="0">
                <a:solidFill>
                  <a:srgbClr val="333333"/>
                </a:solidFill>
              </a:rPr>
              <a:t>Arnold Ibrahim Lapo Koroma (2024106</a:t>
            </a:r>
            <a:r>
              <a:rPr lang="en-US" sz="1200" dirty="0" smtClean="0">
                <a:solidFill>
                  <a:srgbClr val="333333"/>
                </a:solidFill>
              </a:rPr>
              <a:t>) Com/</a:t>
            </a:r>
            <a:r>
              <a:rPr lang="en-US" sz="1200" dirty="0" err="1" smtClean="0">
                <a:solidFill>
                  <a:srgbClr val="333333"/>
                </a:solidFill>
              </a:rPr>
              <a:t>Sci</a:t>
            </a:r>
            <a:endParaRPr lang="en-US" sz="1200" dirty="0"/>
          </a:p>
        </p:txBody>
      </p:sp>
      <p:sp>
        <p:nvSpPr>
          <p:cNvPr id="16" name="Text 10"/>
          <p:cNvSpPr/>
          <p:nvPr/>
        </p:nvSpPr>
        <p:spPr>
          <a:xfrm>
            <a:off x="503189" y="5180218"/>
            <a:ext cx="2587696" cy="1667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200" dirty="0">
                <a:solidFill>
                  <a:srgbClr val="333333"/>
                </a:solidFill>
              </a:rPr>
              <a:t>Moriba Sahr Kondeh (2024104</a:t>
            </a:r>
            <a:r>
              <a:rPr lang="en-US" sz="1200" dirty="0" smtClean="0">
                <a:solidFill>
                  <a:srgbClr val="333333"/>
                </a:solidFill>
              </a:rPr>
              <a:t>) Com/</a:t>
            </a:r>
            <a:r>
              <a:rPr lang="en-US" sz="1200" dirty="0" err="1" smtClean="0">
                <a:solidFill>
                  <a:srgbClr val="333333"/>
                </a:solidFill>
              </a:rPr>
              <a:t>Sci</a:t>
            </a:r>
            <a:endParaRPr lang="en-US" sz="1200" dirty="0"/>
          </a:p>
        </p:txBody>
      </p:sp>
      <p:sp>
        <p:nvSpPr>
          <p:cNvPr id="17" name="Text 5"/>
          <p:cNvSpPr/>
          <p:nvPr/>
        </p:nvSpPr>
        <p:spPr>
          <a:xfrm>
            <a:off x="4123148" y="4427302"/>
            <a:ext cx="2779031" cy="1667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200" dirty="0">
                <a:solidFill>
                  <a:srgbClr val="333333"/>
                </a:solidFill>
              </a:rPr>
              <a:t>Michael G.W.A.J Bangura (2024337</a:t>
            </a:r>
            <a:r>
              <a:rPr lang="en-US" sz="1200" dirty="0" smtClean="0">
                <a:solidFill>
                  <a:srgbClr val="333333"/>
                </a:solidFill>
              </a:rPr>
              <a:t>) Com/</a:t>
            </a:r>
            <a:r>
              <a:rPr lang="en-US" sz="1200" dirty="0" err="1" smtClean="0">
                <a:solidFill>
                  <a:srgbClr val="333333"/>
                </a:solidFill>
              </a:rPr>
              <a:t>Sci</a:t>
            </a:r>
            <a:endParaRPr lang="en-US" sz="1200" dirty="0"/>
          </a:p>
        </p:txBody>
      </p:sp>
      <p:sp>
        <p:nvSpPr>
          <p:cNvPr id="18" name="Text 7"/>
          <p:cNvSpPr/>
          <p:nvPr/>
        </p:nvSpPr>
        <p:spPr>
          <a:xfrm>
            <a:off x="4154998" y="4672402"/>
            <a:ext cx="2204193" cy="1667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200" dirty="0">
                <a:solidFill>
                  <a:srgbClr val="333333"/>
                </a:solidFill>
              </a:rPr>
              <a:t>Roland Lansana (2024273</a:t>
            </a:r>
            <a:r>
              <a:rPr lang="en-US" sz="1200" dirty="0" smtClean="0">
                <a:solidFill>
                  <a:srgbClr val="333333"/>
                </a:solidFill>
              </a:rPr>
              <a:t>) Com/</a:t>
            </a:r>
            <a:r>
              <a:rPr lang="en-US" sz="1200" dirty="0" err="1" smtClean="0">
                <a:solidFill>
                  <a:srgbClr val="333333"/>
                </a:solidFill>
              </a:rPr>
              <a:t>Sci</a:t>
            </a:r>
            <a:endParaRPr lang="en-US" sz="1200" dirty="0"/>
          </a:p>
        </p:txBody>
      </p:sp>
      <p:sp>
        <p:nvSpPr>
          <p:cNvPr id="20" name="Text 9"/>
          <p:cNvSpPr/>
          <p:nvPr/>
        </p:nvSpPr>
        <p:spPr>
          <a:xfrm>
            <a:off x="4154998" y="4917502"/>
            <a:ext cx="1912127" cy="1667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200" dirty="0">
                <a:solidFill>
                  <a:srgbClr val="333333"/>
                </a:solidFill>
              </a:rPr>
              <a:t>Ali Kalie Kamara (2024027</a:t>
            </a:r>
            <a:r>
              <a:rPr lang="en-US" sz="1200" dirty="0" smtClean="0">
                <a:solidFill>
                  <a:srgbClr val="333333"/>
                </a:solidFill>
              </a:rPr>
              <a:t>) BIT</a:t>
            </a:r>
            <a:endParaRPr lang="en-US" sz="1200" dirty="0"/>
          </a:p>
        </p:txBody>
      </p:sp>
      <p:sp>
        <p:nvSpPr>
          <p:cNvPr id="21" name="Text 11"/>
          <p:cNvSpPr/>
          <p:nvPr/>
        </p:nvSpPr>
        <p:spPr>
          <a:xfrm>
            <a:off x="4154998" y="5162602"/>
            <a:ext cx="2180149" cy="1667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200" dirty="0">
                <a:solidFill>
                  <a:srgbClr val="333333"/>
                </a:solidFill>
              </a:rPr>
              <a:t>Mohamed I Bangura (2024123</a:t>
            </a:r>
            <a:r>
              <a:rPr lang="en-US" sz="1200" dirty="0" smtClean="0">
                <a:solidFill>
                  <a:srgbClr val="333333"/>
                </a:solidFill>
              </a:rPr>
              <a:t>) BIT</a:t>
            </a:r>
            <a:endParaRPr lang="en-US" sz="1200" dirty="0"/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2568" y="0"/>
            <a:ext cx="5179770" cy="3237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23687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Text 0"/>
          <p:cNvSpPr/>
          <p:nvPr/>
        </p:nvSpPr>
        <p:spPr>
          <a:xfrm>
            <a:off x="4386492" y="182113"/>
            <a:ext cx="3419013" cy="4161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3200" b="1" dirty="0" smtClean="0">
                <a:solidFill>
                  <a:srgbClr val="1A1A1A"/>
                </a:solidFill>
              </a:rPr>
              <a:t>USE CASE DIAGRAM</a:t>
            </a:r>
            <a:endParaRPr lang="en-US" sz="32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39" y="780365"/>
            <a:ext cx="11704320" cy="5882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4170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Text 0"/>
          <p:cNvSpPr/>
          <p:nvPr/>
        </p:nvSpPr>
        <p:spPr>
          <a:xfrm>
            <a:off x="3543299" y="316523"/>
            <a:ext cx="4959305" cy="410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3200" b="1" dirty="0" smtClean="0">
                <a:solidFill>
                  <a:srgbClr val="1A1A1A"/>
                </a:solidFill>
              </a:rPr>
              <a:t>SEQUENCE DIAGRAM ADMIN</a:t>
            </a:r>
            <a:endParaRPr lang="en-US" sz="32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653" y="835268"/>
            <a:ext cx="11614639" cy="5618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19362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0338" y="0"/>
            <a:ext cx="12262338" cy="6858000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3292124" y="310090"/>
            <a:ext cx="5537413" cy="4161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3200" b="1" dirty="0" smtClean="0">
                <a:solidFill>
                  <a:srgbClr val="1A1A1A"/>
                </a:solidFill>
              </a:rPr>
              <a:t>SEQUENCE DIAGRAM MANAGER</a:t>
            </a:r>
            <a:endParaRPr lang="en-US" sz="32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303" y="910462"/>
            <a:ext cx="11597054" cy="5587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28898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0338" y="0"/>
            <a:ext cx="12262338" cy="6858000"/>
          </a:xfrm>
          <a:prstGeom prst="rect">
            <a:avLst/>
          </a:prstGeom>
        </p:spPr>
      </p:pic>
      <p:sp>
        <p:nvSpPr>
          <p:cNvPr id="9" name="Text 0"/>
          <p:cNvSpPr/>
          <p:nvPr/>
        </p:nvSpPr>
        <p:spPr>
          <a:xfrm>
            <a:off x="3705314" y="203200"/>
            <a:ext cx="4711033" cy="4161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3200" b="1" dirty="0" smtClean="0">
                <a:solidFill>
                  <a:srgbClr val="1A1A1A"/>
                </a:solidFill>
              </a:rPr>
              <a:t>SEQUENCE DIAGRAM STAFF</a:t>
            </a:r>
            <a:endParaRPr lang="en-US" sz="32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946" y="822540"/>
            <a:ext cx="11693768" cy="5855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67537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62338" cy="685800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2922994" y="121920"/>
            <a:ext cx="5658793" cy="4103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3200" b="1" dirty="0" smtClean="0">
                <a:solidFill>
                  <a:srgbClr val="1A1A1A"/>
                </a:solidFill>
              </a:rPr>
              <a:t>SEQUENCE DIAGRAM CUSTOMER</a:t>
            </a:r>
            <a:endParaRPr lang="en-US" sz="32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732" y="710156"/>
            <a:ext cx="11884268" cy="5969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98188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62" y="7937"/>
            <a:ext cx="12262338" cy="68580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7" name="Text 0"/>
          <p:cNvSpPr/>
          <p:nvPr/>
        </p:nvSpPr>
        <p:spPr>
          <a:xfrm>
            <a:off x="4523630" y="173831"/>
            <a:ext cx="4685770" cy="4161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3200" b="1" dirty="0" smtClean="0">
                <a:solidFill>
                  <a:srgbClr val="1A1A1A"/>
                </a:solidFill>
              </a:rPr>
              <a:t>ACTIVITY DIAGRAM ADMIN</a:t>
            </a:r>
            <a:endParaRPr lang="en-US" sz="3200" dirty="0"/>
          </a:p>
        </p:txBody>
      </p:sp>
      <p:sp>
        <p:nvSpPr>
          <p:cNvPr id="14" name="AutoShape 2" descr="blob:https://web.whatsapp.com/23b3d6c4-627c-4cea-89b7-5a36aebe93d4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975" y="750094"/>
            <a:ext cx="11572240" cy="589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95088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62338" cy="685800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729" y="731520"/>
            <a:ext cx="11612880" cy="59436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411514" y="223047"/>
            <a:ext cx="5439310" cy="50847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3200"/>
              </a:lnSpc>
            </a:pPr>
            <a:r>
              <a:rPr lang="en-US" sz="3200" b="1" dirty="0">
                <a:solidFill>
                  <a:srgbClr val="1A1A1A"/>
                </a:solidFill>
              </a:rPr>
              <a:t>ACTIVITY DIAGRAM </a:t>
            </a:r>
            <a:r>
              <a:rPr lang="en-US" sz="3200" b="1" dirty="0" smtClean="0">
                <a:solidFill>
                  <a:srgbClr val="1A1A1A"/>
                </a:solidFill>
              </a:rPr>
              <a:t>MANAGER</a:t>
            </a: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28279740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262338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3674501" y="225773"/>
            <a:ext cx="491333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/>
              <a:t>Entity Relationship Diagram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280" y="1036320"/>
            <a:ext cx="11704320" cy="5679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77447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62338" cy="68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316339" y="120269"/>
            <a:ext cx="301537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3200" b="1" dirty="0" smtClean="0"/>
              <a:t>CLASS DIAGRAM</a:t>
            </a:r>
            <a:endParaRPr lang="en-US" sz="3200" b="1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108" y="747352"/>
            <a:ext cx="11605846" cy="5952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50233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0338" y="0"/>
            <a:ext cx="12262338" cy="685800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480" y="924560"/>
            <a:ext cx="11831774" cy="56591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572788" y="339785"/>
            <a:ext cx="525515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 smtClean="0"/>
              <a:t>DATAFLOW DIAGRAM LEVEL 0</a:t>
            </a: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7871455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0338" y="0"/>
            <a:ext cx="12262338" cy="68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166388" y="177225"/>
            <a:ext cx="525515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 smtClean="0"/>
              <a:t>DATAFLOW DIAGRAM LEVEL 1</a:t>
            </a:r>
            <a:endParaRPr lang="en-US" sz="3200" b="1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040" y="939224"/>
            <a:ext cx="11440160" cy="5705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95914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62338" cy="68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932708" y="95945"/>
            <a:ext cx="525515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 smtClean="0"/>
              <a:t>DATAFLOW DIAGRAM LEVEL 2</a:t>
            </a:r>
            <a:endParaRPr lang="en-US" sz="3200" b="1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" y="939225"/>
            <a:ext cx="11755120" cy="5735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02104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040" y="0"/>
            <a:ext cx="12262338" cy="68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043175" y="2705725"/>
            <a:ext cx="6167907" cy="14465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8800" b="1" dirty="0" smtClean="0"/>
              <a:t>THANK YOU!</a:t>
            </a:r>
            <a:endParaRPr lang="en-US" sz="8800" b="1" dirty="0"/>
          </a:p>
        </p:txBody>
      </p:sp>
    </p:spTree>
    <p:extLst>
      <p:ext uri="{BB962C8B-B14F-4D97-AF65-F5344CB8AC3E}">
        <p14:creationId xmlns:p14="http://schemas.microsoft.com/office/powerpoint/2010/main" val="14958529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780</TotalTime>
  <Words>113</Words>
  <Application>Microsoft Office PowerPoint</Application>
  <PresentationFormat>Widescreen</PresentationFormat>
  <Paragraphs>25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MICHAEL BANGURA</dc:creator>
  <cp:lastModifiedBy>MICHAEL BANGURA</cp:lastModifiedBy>
  <cp:revision>22</cp:revision>
  <dcterms:created xsi:type="dcterms:W3CDTF">2026-02-02T12:10:03Z</dcterms:created>
  <dcterms:modified xsi:type="dcterms:W3CDTF">2026-02-08T11:54:15Z</dcterms:modified>
</cp:coreProperties>
</file>