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49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63541"/>
            <a:ext cx="5557642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SwiftBite
Food Ordering
Service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557993"/>
            <a:ext cx="555764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Feasibility Study Presentation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71500" y="2956257"/>
            <a:ext cx="555764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Silicon Hills, Mile 91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3247365"/>
            <a:ext cx="55576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Project Two Bitcom Group 1 (Year 3)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3522399"/>
            <a:ext cx="27573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George B Sama (2024023)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3371738" y="3522399"/>
            <a:ext cx="275740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Michael G.W.A.J Bangura (2024337)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3725270"/>
            <a:ext cx="27573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Mariama Bendu (2024029)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3371738" y="3725270"/>
            <a:ext cx="275740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Roland Lansana (2024273)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928142"/>
            <a:ext cx="27573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Arnold Ibrahim Lapo Koroma (2024106)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3371738" y="3928142"/>
            <a:ext cx="275740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Ali Kalie Kamara (2024027)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71500" y="4131013"/>
            <a:ext cx="275737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Moriba Sahr Kondeh (2024104)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3371738" y="4131013"/>
            <a:ext cx="275740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Mohamed I Bangura (2024123)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167809" y="0"/>
            <a:ext cx="4976191" cy="33528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273825" y="159027"/>
            <a:ext cx="4751733" cy="29604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Introduction &amp; Background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66242"/>
            <a:ext cx="38719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The Digital Shift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657350"/>
            <a:ext cx="38719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Modern food services are rapidly transitioning from manual to digital platforms to meet urban demands and efficiency standards.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403091"/>
            <a:ext cx="38719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SwiftBite Concept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694198"/>
            <a:ext cx="38719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web-based full-stack food ordering and delivery system designed for speed, accuracy, and transparency.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234221"/>
            <a:ext cx="38719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Academic Alignment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525329"/>
            <a:ext cx="387191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Applying Year 3 BIT and Computer Science theoretical knowledge to solve real-world logistical challenges.</a:t>
            </a:r>
            <a:endParaRPr lang="en-US" sz="942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338" y="1237655"/>
            <a:ext cx="3300413" cy="24431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Project Concept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0" y="1209080"/>
            <a:ext cx="9144000" cy="457200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SwiftBite is a centralized web platform where users browse menus, place orders, and track deliveries in real-time, bridging the gap between hunger and fulfillment.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866305"/>
            <a:ext cx="25907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Customers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571500" y="2137767"/>
            <a:ext cx="25907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Seamless browsing of diverse menus, easy order placement, and real-time delivery tracking.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3276581" y="1866305"/>
            <a:ext cx="25908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Vendors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3276581" y="2137767"/>
            <a:ext cx="25908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Efficient management of food items, real-time order processing, and sales performance tracking.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981691" y="1866305"/>
            <a:ext cx="25907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Administrators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5981691" y="2137767"/>
            <a:ext cx="25907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Full oversight of system health, user management, and platform-wide service quality control.</a:t>
            </a:r>
            <a:endParaRPr lang="en-US" sz="8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Problem Identification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09092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01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541264"/>
            <a:ext cx="392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Manual Inefficiencies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1900238"/>
            <a:ext cx="392906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Traditional food service setups suffer from long waiting times and disorganized order management, leading to operational bottlenecks.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43438" y="1309092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02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643438" y="1541264"/>
            <a:ext cx="392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Communication Gaps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4643438" y="1900238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lack of digital tracking systems results in frequent order errors, lost requests, and significant customer dissatisfaction.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2750344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03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71500" y="2982516"/>
            <a:ext cx="392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Accessibility Issues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571500" y="3341489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Students and urban residents face difficulties in finding and ordering food conveniently amidst busy schedules.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643438" y="2750344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04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643438" y="2982516"/>
            <a:ext cx="3929063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Data Management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4643438" y="3341489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Manual record-keeping is prone to data loss, hindering accurate performance analysis and inventory tracking.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1506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Study Objectives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551980"/>
            <a:ext cx="264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01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978638" y="1551980"/>
            <a:ext cx="39505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Assess Overall Viability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978638" y="1843088"/>
            <a:ext cx="39505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Determine if the SwiftBite system is realistic and achievable within current academic and practical constraints.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407444"/>
            <a:ext cx="264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02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978638" y="2407444"/>
            <a:ext cx="39505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Technical Evaluation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978638" y="2698552"/>
            <a:ext cx="39505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Verify if the proposed tech stack (React, Node.js, PostgreSQL) is suitable for achieving the project's functional goals.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262908"/>
            <a:ext cx="2642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2" b="1" dirty="0">
                <a:solidFill>
                  <a:srgbClr val="FF4500"/>
                </a:solidFill>
              </a:rPr>
              <a:t>03</a:t>
            </a:r>
            <a:endParaRPr lang="en-US" sz="1602" dirty="0"/>
          </a:p>
        </p:txBody>
      </p:sp>
      <p:sp>
        <p:nvSpPr>
          <p:cNvPr id="11" name="Text 8"/>
          <p:cNvSpPr/>
          <p:nvPr/>
        </p:nvSpPr>
        <p:spPr>
          <a:xfrm>
            <a:off x="978638" y="3262908"/>
            <a:ext cx="39505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Financial &amp; Operational Analysis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978638" y="3554016"/>
            <a:ext cx="39505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Ensure sustainability with minimal costs and evaluate how effectively the system functions in a real-world environment.</a:t>
            </a:r>
            <a:endParaRPr lang="en-US" sz="942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3" y="1373386"/>
            <a:ext cx="3214688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57213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Justification &amp; Rationale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109067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01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1400175" y="1109067"/>
            <a:ext cx="29575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Service Improvement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1400175" y="1385888"/>
            <a:ext cx="29575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Transitioning to SwiftBite will significantly improve service speed, accuracy, and transparency, addressing the core failures of manual systems.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786313" y="1109067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02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614988" y="1109067"/>
            <a:ext cx="29575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Digital Transformation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614988" y="1385888"/>
            <a:ext cx="29575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project directly addresses the lack of digital infrastructure in local food vendor operations, bringing them into the modern digital economy.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2330202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03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1400175" y="2330202"/>
            <a:ext cx="29575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Resource Optimization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400175" y="2607022"/>
            <a:ext cx="2957513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By eliminating paper records and manual processing errors, the system reduces operational costs and optimizes staff productivity.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86313" y="2330202"/>
            <a:ext cx="7143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04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614988" y="2330202"/>
            <a:ext cx="29575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User Satisfaction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5614988" y="2607022"/>
            <a:ext cx="295751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SwiftBite provides a modern, convenient solution tailored to the primary needs of students and busy urban residents.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Target Users &amp; Beneficiaries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509117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University Students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800225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Primary users seeking quick, reliable, and affordable food options during academic hours.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400300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Urban Residents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691408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Busy professionals and locals requiring efficient, trackable delivery services for daily meals.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291483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Food Vendors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582591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Small to medium businesses looking to digitize operations and expand their customer reach.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4182666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System Administrators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571500" y="4473773"/>
            <a:ext cx="3857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Staff responsible for platform maintenance, security, and ensuring smooth service delivery.</a:t>
            </a:r>
            <a:endParaRPr lang="en-US" sz="94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38" y="1294805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Technical Visibility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323380"/>
            <a:ext cx="4259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FF4500"/>
                </a:solidFill>
              </a:rPr>
              <a:t>Modern Tech Stack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651992"/>
            <a:ext cx="42590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Frontend: React.js / EJS for dynamic UI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1900572"/>
            <a:ext cx="42590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Backend: Node.js &amp; Express.js Framework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149153"/>
            <a:ext cx="42590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Database: PostgreSQL for secure storage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583470"/>
            <a:ext cx="4259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FF4500"/>
                </a:solidFill>
              </a:rPr>
              <a:t>Architecture &amp; Readiness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2912083"/>
            <a:ext cx="42590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Robust Client-Server model via RESTful APIs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3160663"/>
            <a:ext cx="42590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Hardware: i5/Ryzen 3, 8GB RAM minimum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3409243"/>
            <a:ext cx="425909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Team: Foundational JS &amp; Web expertise</a:t>
            </a:r>
            <a:endParaRPr lang="en-US" sz="942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779" y="1209080"/>
            <a:ext cx="3214688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1506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Economic Visibility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744861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Cost-Effective Model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2050256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Heavy reliance on free and open-source software (VS Code, Git, PostgreSQL) minimizes capital expenditure and ensures project sustainability.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3038884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ROI Potential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3344280"/>
            <a:ext cx="37147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Long-term savings are achieved through reduced manual errors, improved vendor efficiency, and elimination of paper-based record keeping.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857750" y="1373386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Estimated Budget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4857750" y="1750219"/>
            <a:ext cx="2435823" cy="3714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4857750" y="1750219"/>
            <a:ext cx="2435823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4F0"/>
                </a:solidFill>
              </a:rPr>
              <a:t>Expense Item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7293573" y="1750219"/>
            <a:ext cx="1278927" cy="3714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7293573" y="1750219"/>
            <a:ext cx="1278927" cy="37147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4F4F0"/>
                </a:solidFill>
              </a:rPr>
              <a:t>Cost (NLe)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857750" y="2121694"/>
            <a:ext cx="2435823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Internet Data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7293573" y="2121694"/>
            <a:ext cx="1278927" cy="39290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500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857750" y="2514600"/>
            <a:ext cx="2435823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Documentation / Printing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293573" y="2514600"/>
            <a:ext cx="1278927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200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857750" y="2911078"/>
            <a:ext cx="2435823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Miscellaneous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7293573" y="2911078"/>
            <a:ext cx="1278927" cy="39647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800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857750" y="3307556"/>
            <a:ext cx="2435823" cy="43576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Total Estimated Cost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7293573" y="3307556"/>
            <a:ext cx="1278927" cy="43576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1,500</a:t>
            </a:r>
            <a:endParaRPr lang="en-US" sz="10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614363"/>
            <a:ext cx="8715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Operational Visibility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485775" y="1309092"/>
            <a:ext cx="42755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User-Friendly Interface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485775" y="1566267"/>
            <a:ext cx="3714750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Designed for intuitive use, requiring minimal training for customers and vendors to navigate the platform effectively.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485775" y="2018444"/>
            <a:ext cx="42755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Workflow Integration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485775" y="2275619"/>
            <a:ext cx="3714750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The system mirrors existing food ordering workflows and automates tracking, management, and reporting.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485775" y="2727796"/>
            <a:ext cx="42755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Maintenance &amp; Support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485775" y="2984971"/>
            <a:ext cx="3714750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Web-based deployment enables centralized updates, easier troubleshooting, and consistent performance monitoring.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485775" y="3437148"/>
            <a:ext cx="42755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Scalability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85775" y="3694323"/>
            <a:ext cx="3714750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Modular architecture supports the seamless addition of more vendors and users as the service grows.</a:t>
            </a:r>
            <a:endParaRPr lang="en-US" sz="888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448" y="1166217"/>
            <a:ext cx="3071813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62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Legal &amp; Ethical Considerations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23367"/>
            <a:ext cx="39362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Data Privacy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571500" y="1582341"/>
            <a:ext cx="39362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Implementation of secure authentication and authorization protocols to protect sensitive user information and maintain confidentiality.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636294" y="1223367"/>
            <a:ext cx="39362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Security Protocols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4636294" y="1582341"/>
            <a:ext cx="39362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Use of advanced password hashing and role-based access control (Admin, Vendor, Customer) to prevent unauthorized system access.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594967"/>
            <a:ext cx="39362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Compliance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571500" y="2953941"/>
            <a:ext cx="39362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Strict adherence to acceptable use policies and local digital service regulations to ensure the platform operates within legal frameworks.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636294" y="2594967"/>
            <a:ext cx="3936206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500"/>
                </a:solidFill>
              </a:rPr>
              <a:t>Ethical Handling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4636294" y="2953941"/>
            <a:ext cx="39362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Ensuring transparency in order processing, fair representation of vendor offerings, and responsible management of customer feedback.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Potential Challenges &amp; Risks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51967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Technical Hurdles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771650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Potential complexities in full-stack integration and database management; mitigated by continuous team learning and documentation.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714875" y="1451967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Internet Connectivity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714875" y="1771650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Reliance on stable internet for real-time updates remains a challenge in some local areas, requiring optimized data handling.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817428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Adoption Rate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71500" y="3137111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Encouraging traditional vendors to switch to a digital platform may face resistance; requires simple onboarding and clear value demonstration.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714875" y="2817428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Resource Constraints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14875" y="3137111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Managing development within a tight academic schedule and limited budget requires disciplined project management and prioritization.</a:t>
            </a:r>
            <a:endParaRPr lang="en-US" sz="94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Conclusion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209080"/>
            <a:ext cx="8001000" cy="1080102"/>
          </a:xfrm>
          <a:prstGeom prst="rect">
            <a:avLst/>
          </a:prstGeom>
          <a:noFill/>
          <a:ln/>
        </p:spPr>
        <p:txBody>
          <a:bodyPr wrap="square" lIns="306197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1A1A1A"/>
                </a:solidFill>
              </a:rPr>
              <a:t>The SwiftBite project is confirmed as technically, financially, and operationally viable.</a:t>
            </a:r>
            <a:endParaRPr lang="en-US" sz="2121" dirty="0"/>
          </a:p>
        </p:txBody>
      </p:sp>
      <p:sp>
        <p:nvSpPr>
          <p:cNvPr id="5" name="Text 2"/>
          <p:cNvSpPr/>
          <p:nvPr/>
        </p:nvSpPr>
        <p:spPr>
          <a:xfrm>
            <a:off x="571500" y="2446344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Strategic Value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723164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SwiftBite addresses a clear gap in the local food service market, providing a modern digital solution that enhances efficiency and user satisfaction.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43438" y="2446344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500"/>
                </a:solidFill>
              </a:rPr>
              <a:t>Project Readiness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643438" y="2723164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team is fully equipped with the necessary open-source tools and foundational knowledge to proceed with the development phase immediately.</a:t>
            </a:r>
            <a:endParaRPr lang="en-US" sz="94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26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28650"/>
            <a:ext cx="857250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</a:rPr>
              <a:t>Recommendations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71500" y="1437680"/>
            <a:ext cx="4259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Phased Implementation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709142"/>
            <a:ext cx="425909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Launch a pilot program with a small group of vendors to gather initial feedback and refine the ordering workflow.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571500" y="2244923"/>
            <a:ext cx="4259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Feature Expansion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516386"/>
            <a:ext cx="425909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Prioritize the integration of secure digital payment systems in the next development phase to enable end-to-end transactions.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571500" y="3052167"/>
            <a:ext cx="4259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User Training &amp; Onboarding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3323630"/>
            <a:ext cx="425909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Develop simple, visual guides for vendors and customers to ensure smooth adoption and minimize technical friction.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571500" y="3859411"/>
            <a:ext cx="42590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500"/>
                </a:solidFill>
              </a:rPr>
              <a:t>Continuous Monitoring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71500" y="4130873"/>
            <a:ext cx="425909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Establish a robust feedback loop with students and residents to continuously refine the user experience and system performance.</a:t>
            </a:r>
            <a:endParaRPr lang="en-US" sz="888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573" y="1285875"/>
            <a:ext cx="3286125" cy="2571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1057</Words>
  <Application>Microsoft Office PowerPoint</Application>
  <PresentationFormat>On-screen Show (16:9)</PresentationFormat>
  <Paragraphs>153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BANGURA</cp:lastModifiedBy>
  <cp:revision>3</cp:revision>
  <dcterms:created xsi:type="dcterms:W3CDTF">2026-01-18T21:13:39Z</dcterms:created>
  <dcterms:modified xsi:type="dcterms:W3CDTF">2026-01-18T21:52:31Z</dcterms:modified>
</cp:coreProperties>
</file>